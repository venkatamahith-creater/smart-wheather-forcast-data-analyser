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44" r:id="rId10"/>
    <p:sldId id="345" r:id="rId11"/>
    <p:sldId id="346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b="1" dirty="0"/>
              <a:t>Smart Weather Forecast Data Analyzer 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D.Venkata</a:t>
            </a:r>
            <a:r>
              <a:rPr lang="en-US" sz="9600" dirty="0"/>
              <a:t> Mahith</a:t>
            </a:r>
          </a:p>
          <a:p>
            <a:pPr marL="0" indent="0" algn="ctr">
              <a:buNone/>
            </a:pPr>
            <a:r>
              <a:rPr lang="en-US" sz="9600" dirty="0"/>
              <a:t>Student ID: 2520030497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03</a:t>
            </a:r>
          </a:p>
          <a:p>
            <a:pPr marL="0" indent="0" algn="ctr">
              <a:buNone/>
            </a:pPr>
            <a:r>
              <a:rPr lang="en-US" sz="11200" dirty="0"/>
              <a:t>Section: 9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Sri Lakshmi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Weather Forecast Data Analyzer is a system that analyzes weather data to predict future weather conditions accurately.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historical and real-time weather data such as temperature, humidity, rainfall, and wind speed from various 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processed and analyzed using data analysis techniques and algorithms.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patterns and trends in weather conditions to generate reliable forecasts.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users with easy-to-understand weather reports and predictions.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help in agriculture planning, disaster management, and daily activity planning.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accuracy and efficiency of traditional weather forecasting methods.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helps users make better decisions by providing timely and accurate weather information.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23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weather forecasting depends heavily on meteorological experts.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is collected through satellites and weather stations.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sometimes requires complex manual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provide limited access to local weather information.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 accuracy may vary due to limited data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provide real-time updates for all locations.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weather data may not be user-friendly.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require expensive equipment and infrastructure.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can be slow when handling large datasets.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with modern data analytics technologies.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4A0D55-60DA-BD2A-3E3A-A626877B83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8283" y="2022546"/>
            <a:ext cx="87959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 collects weather data from online sources or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large amounts of weather data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techniques are used to identify patterns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predictions are generated based on analyzed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weather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access weather information through a web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charts and graphs help users understand weather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prediction accuracy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expanded with machine learning for better predictions.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0D75D1-B948-A48C-DADD-08D59B80F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0618" y="2134513"/>
            <a:ext cx="81179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 Layer collects weather data from APIs or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Layer stores historical and real-time weather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Layer cleans and organizes the collected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Layer performs statistical analysis on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Layer generates weather forecasts.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displays weather data to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Layer provides an interactive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modules ensures smooth data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supports scalability and real-time updates.</a:t>
            </a:r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weather data from APIs or online weather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parameters like temperature, humidity, and wind speed.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collected data in the database.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filters unnecessary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missing or duplicate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data into structured format.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patterns in weather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statistical methods for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trends in weather conditions.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system for weather data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analyze real-time weather information.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of weather predictions.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easy access to weather forecasts for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web-based application.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weather data using graphs and charts.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users in planning activities based on weather conditions.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agriculture and disaster management planning.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data analysis techniques in real-world applications.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fundamentals of web development.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responsive web pages using HTML and CSS.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dynamic functionality using JavaScript.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APIs to fetch real-time weather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complete front-end interface for the application</a:t>
            </a:r>
          </a:p>
          <a:p>
            <a:pPr marL="3657600" lvl="8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structures used in data management.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algorithms for processing large datasets.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searching and sorting techniques for data analysis.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data processing efficiency.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problem-solving techniques using algorithms.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AC1D8DA-8BE6-7223-6834-B8B690AAA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821" y="1825625"/>
            <a:ext cx="82063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Weather Forecast Data Analyzer improves weather prediction accuracy.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data analysis techniques to process weather information efficiently.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weather updates for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make informed decisions based on weather forecasts.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useful for agriculture, travel, and disaster management.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can include machine learning models.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integrated with mobile applications for wider accessibility.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207147F-4309-3BB1-08E2-84FD33AAE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3329" y="2035565"/>
            <a:ext cx="3630731" cy="272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50DF2C-F5F4-7B24-22ED-4402EF16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182" y="1410156"/>
            <a:ext cx="3354020" cy="4469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1781EF-8B8C-44FA-A325-A511FA6F2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399" y="1690688"/>
            <a:ext cx="4439997" cy="333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3804</TotalTime>
  <Words>883</Words>
  <Application>Microsoft Office PowerPoint</Application>
  <PresentationFormat>Widescreen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Custom Design</vt:lpstr>
      <vt:lpstr>Title: Smart Weather Forecast Data Analyzer 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venkatmahith038@gmail.com</cp:lastModifiedBy>
  <cp:revision>55</cp:revision>
  <dcterms:created xsi:type="dcterms:W3CDTF">2022-05-20T10:20:31Z</dcterms:created>
  <dcterms:modified xsi:type="dcterms:W3CDTF">2026-03-09T07:38:18Z</dcterms:modified>
</cp:coreProperties>
</file>